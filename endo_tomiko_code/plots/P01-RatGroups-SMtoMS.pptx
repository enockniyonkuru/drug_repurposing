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6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 showGuides="1">
      <p:cViewPr varScale="1">
        <p:scale>
          <a:sx n="120" d="100"/>
          <a:sy n="120" d="100"/>
        </p:scale>
        <p:origin x="120" y="342"/>
      </p:cViewPr>
      <p:guideLst>
        <p:guide orient="horz" pos="2160"/>
        <p:guide pos="386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6DBAB-C018-9844-9CE8-6F4CE2A4B7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7DD3B0-DB5E-AE6B-E0B3-23B5CAE7EA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915D5A-A9CD-D163-A276-C1D07A390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F9D1F-418E-440F-A5B2-E213A59ADE26}" type="datetimeFigureOut">
              <a:rPr lang="en-US" smtClean="0"/>
              <a:t>9/10/2022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EAF91-885E-EE98-90E8-A137B9C8D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01796-BFF1-051C-CE21-AADBB2B86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DE0CC-C536-4B79-A630-9424101105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935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47B5D-F8E9-F105-7D6F-6841932BB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01BBF-266F-D024-F12F-A8CCAA7068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64CB1A-A41E-90AB-E35D-E6517600D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F9D1F-418E-440F-A5B2-E213A59ADE26}" type="datetimeFigureOut">
              <a:rPr lang="en-US" smtClean="0"/>
              <a:t>9/10/2022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650AB8-CE6F-8748-0A8C-B14F7F3DE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D7EA8A-5114-FFD7-4632-D027F8B71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DE0CC-C536-4B79-A630-9424101105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647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706F2-A8D2-8100-FF58-C82F43235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9C4DD1-57FF-09D1-EACE-E24E54F355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AEF630-6940-667F-C65E-EFB042FA7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F9D1F-418E-440F-A5B2-E213A59ADE26}" type="datetimeFigureOut">
              <a:rPr lang="en-US" smtClean="0"/>
              <a:t>9/10/2022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AF45C-1F38-FA70-9764-11DCFCFF9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3D3B8-6A73-7EB6-A8AE-42092F8A1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DE0CC-C536-4B79-A630-9424101105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031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C5B28-F44F-5443-C996-B665124F5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EFEF8-817A-0F8D-B8A0-B4F750BC38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8C665F-CD0B-CEBA-177C-576CF4305A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E5C307-4B92-2A1A-3421-DEC19BF79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F9D1F-418E-440F-A5B2-E213A59ADE26}" type="datetimeFigureOut">
              <a:rPr lang="en-US" smtClean="0"/>
              <a:t>9/10/2022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6AC40B-A5A2-66FE-98E4-45B8E9690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25A59F-B525-32DA-EBA1-AC579C6DC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DE0CC-C536-4B79-A630-9424101105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616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99C9B-FE96-BB4D-70CC-BA3D6F2BE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FF2EB0-08D3-FF69-7BF8-1A163AE324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57168F-0715-3894-2A11-A699835CF3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337BEF-1F84-1A98-B10D-6A8BCA62FD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EFD52D-B15F-48A6-9994-94B36D6F72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04A49E-7478-4076-1596-FE9C3052B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F9D1F-418E-440F-A5B2-E213A59ADE26}" type="datetimeFigureOut">
              <a:rPr lang="en-US" smtClean="0"/>
              <a:t>9/10/2022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B38D63-F8AA-37D5-79AC-87FA0E75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86358A-8AA9-0F6B-79EC-9795718C6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DE0CC-C536-4B79-A630-9424101105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278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B1916-DC11-2ED4-CCD1-C6681EBD4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004401-2272-1CEB-F450-CAC9AE534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F9D1F-418E-440F-A5B2-E213A59ADE26}" type="datetimeFigureOut">
              <a:rPr lang="en-US" smtClean="0"/>
              <a:t>9/10/2022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E3D55B-6262-A95A-B7C8-CC751BDE4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9D16E8-B275-34BE-0A65-7DD0714E9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DE0CC-C536-4B79-A630-9424101105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488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82DCF6-AEC8-A6B1-C577-C3B8265D0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F9D1F-418E-440F-A5B2-E213A59ADE26}" type="datetimeFigureOut">
              <a:rPr lang="en-US" smtClean="0"/>
              <a:t>9/10/2022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0117F3-1CB6-84DD-3C43-4AAB7F93B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0E9B66-D581-F3A4-D835-D37D806D1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DE0CC-C536-4B79-A630-9424101105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523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7256B-92B3-4254-045D-4A7715385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4FFEE-0DC5-C425-46F1-3AD95CADA2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42BE91-DEB2-D1DF-1E3A-860AC094F8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3199CC-DF09-9279-5453-512D59B79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F9D1F-418E-440F-A5B2-E213A59ADE26}" type="datetimeFigureOut">
              <a:rPr lang="en-US" smtClean="0"/>
              <a:t>9/10/2022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1B249E-BC52-B835-3FDB-B973AD581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C03D7E-1FD0-A43C-341B-B75586030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DE0CC-C536-4B79-A630-9424101105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209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1AC49-D5E9-91EE-3996-36093443F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DDEEED-D4AC-C8D7-EE43-1231E8FC46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CE5BB6-449F-A430-690B-BEAEB57E58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FB752F-52EE-807A-9BCD-91DF73514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F9D1F-418E-440F-A5B2-E213A59ADE26}" type="datetimeFigureOut">
              <a:rPr lang="en-US" smtClean="0"/>
              <a:t>9/10/2022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8F6055-BD68-A6C1-92E2-44B273920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B82B7-178F-89A7-A854-FC4D17895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DE0CC-C536-4B79-A630-9424101105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700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9BF6E-1562-656B-E5BF-60DC99770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131891-F6D1-F621-CAFC-19ABA74B58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B1350-5C27-2950-D99F-68B3417C7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F9D1F-418E-440F-A5B2-E213A59ADE26}" type="datetimeFigureOut">
              <a:rPr lang="en-US" smtClean="0"/>
              <a:t>9/10/2022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A44062-336B-0419-4766-B6F842C8E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11C0EC-C155-BD01-887D-24D37F66E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DE0CC-C536-4B79-A630-9424101105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633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40429F-A60B-B89F-34E3-573563C08F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45E7C7-5B3D-2A8D-631E-23B4747AAC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98BF77-14A1-F9F2-87CE-B6247D362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F9D1F-418E-440F-A5B2-E213A59ADE26}" type="datetimeFigureOut">
              <a:rPr lang="en-US" smtClean="0"/>
              <a:t>9/10/2022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176CA6-C337-A601-57FA-1550DE251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96779B-99FE-3FC7-BADC-6B300418C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DE0CC-C536-4B79-A630-9424101105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876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6BB96B-1147-73EB-1A00-47E151ED9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E0DE13-48E9-8182-FED0-6BBC9E5427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B9C0BB-A7AB-D9FF-EED9-FC2899BD24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7F9D1F-418E-440F-A5B2-E213A59ADE26}" type="datetimeFigureOut">
              <a:rPr lang="en-US" smtClean="0"/>
              <a:t>9/10/2022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A9EEDD-9174-840D-B03C-E6506F2307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7692B5-FBCC-C82B-6840-8F0E5874B0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3DE0CC-C536-4B79-A630-9424101105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929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13" Type="http://schemas.openxmlformats.org/officeDocument/2006/relationships/image" Target="../media/image8.emf"/><Relationship Id="rId3" Type="http://schemas.openxmlformats.org/officeDocument/2006/relationships/image" Target="../media/image2.emf"/><Relationship Id="rId7" Type="http://schemas.openxmlformats.org/officeDocument/2006/relationships/image" Target="../media/image5.emf"/><Relationship Id="rId12" Type="http://schemas.openxmlformats.org/officeDocument/2006/relationships/oleObject" Target="../embeddings/oleObject4.bin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emf"/><Relationship Id="rId11" Type="http://schemas.openxmlformats.org/officeDocument/2006/relationships/image" Target="../media/image7.emf"/><Relationship Id="rId5" Type="http://schemas.openxmlformats.org/officeDocument/2006/relationships/image" Target="../media/image3.emf"/><Relationship Id="rId10" Type="http://schemas.openxmlformats.org/officeDocument/2006/relationships/oleObject" Target="../embeddings/oleObject3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547DF11-2841-8730-D790-BD27B09466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9843" y="3231163"/>
            <a:ext cx="4354704" cy="309786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AA704D1-4CF6-0995-0166-83B034F18A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9866" y="-402727"/>
            <a:ext cx="7870303" cy="3632729"/>
          </a:xfrm>
          <a:prstGeom prst="rect">
            <a:avLst/>
          </a:prstGeom>
        </p:spPr>
      </p:pic>
      <p:graphicFrame>
        <p:nvGraphicFramePr>
          <p:cNvPr id="26" name="Object 25">
            <a:extLst>
              <a:ext uri="{FF2B5EF4-FFF2-40B4-BE49-F238E27FC236}">
                <a16:creationId xmlns:a16="http://schemas.microsoft.com/office/drawing/2014/main" id="{F287D9EE-5476-CF88-8A9E-579ADF3B15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7903336"/>
              </p:ext>
            </p:extLst>
          </p:nvPr>
        </p:nvGraphicFramePr>
        <p:xfrm>
          <a:off x="8024638" y="1767829"/>
          <a:ext cx="836660" cy="10965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 9" r:id="rId4" imgW="1722889" imgH="2258166" progId="Prism9.Document">
                  <p:embed/>
                </p:oleObj>
              </mc:Choice>
              <mc:Fallback>
                <p:oleObj name="Prism 9" r:id="rId4" imgW="1722889" imgH="2258166" progId="Prism9.Document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550DEC7A-E385-9199-3F6B-FC0A4D6E3A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024638" y="1767829"/>
                        <a:ext cx="836660" cy="10965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D8090476-A936-C24D-08BB-E29210CB41C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079" y="150280"/>
            <a:ext cx="4330014" cy="308030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0553E46-9ABB-52A8-D7CC-0764C0BD7CF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389" y="3231744"/>
            <a:ext cx="4353072" cy="3096705"/>
          </a:xfrm>
          <a:prstGeom prst="rect">
            <a:avLst/>
          </a:prstGeom>
        </p:spPr>
      </p:pic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6E3EA05D-53B6-4427-6BC8-7BA06D123E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3538071"/>
              </p:ext>
            </p:extLst>
          </p:nvPr>
        </p:nvGraphicFramePr>
        <p:xfrm>
          <a:off x="3844348" y="1771527"/>
          <a:ext cx="897748" cy="10414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 9" r:id="rId8" imgW="1722889" imgH="2258166" progId="Prism9.Document">
                  <p:embed/>
                </p:oleObj>
              </mc:Choice>
              <mc:Fallback>
                <p:oleObj name="Prism 9" r:id="rId8" imgW="1722889" imgH="2258166" progId="Prism9.Document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35821879-4AC2-97A8-79B2-C1EF90F7BC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844348" y="1771527"/>
                        <a:ext cx="897748" cy="10414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9">
            <a:extLst>
              <a:ext uri="{FF2B5EF4-FFF2-40B4-BE49-F238E27FC236}">
                <a16:creationId xmlns:a16="http://schemas.microsoft.com/office/drawing/2014/main" id="{3280DB45-5E9D-DBCB-8E6C-0850280770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4831697"/>
              </p:ext>
            </p:extLst>
          </p:nvPr>
        </p:nvGraphicFramePr>
        <p:xfrm>
          <a:off x="3807384" y="4851249"/>
          <a:ext cx="904863" cy="10572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 9" r:id="rId10" imgW="1722889" imgH="2258166" progId="Prism9.Document">
                  <p:embed/>
                </p:oleObj>
              </mc:Choice>
              <mc:Fallback>
                <p:oleObj name="Prism 9" r:id="rId10" imgW="1722889" imgH="2258166" progId="Prism9.Document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F0721C99-A45C-03DE-8693-5E05B7E240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807384" y="4851249"/>
                        <a:ext cx="904863" cy="10572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3">
            <a:extLst>
              <a:ext uri="{FF2B5EF4-FFF2-40B4-BE49-F238E27FC236}">
                <a16:creationId xmlns:a16="http://schemas.microsoft.com/office/drawing/2014/main" id="{D1A89F9A-C8EE-07CB-2175-A3EB8E81D1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4847999"/>
              </p:ext>
            </p:extLst>
          </p:nvPr>
        </p:nvGraphicFramePr>
        <p:xfrm>
          <a:off x="8021164" y="4865058"/>
          <a:ext cx="887450" cy="1045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 9" r:id="rId12" imgW="1722889" imgH="2258166" progId="Prism9.Document">
                  <p:embed/>
                </p:oleObj>
              </mc:Choice>
              <mc:Fallback>
                <p:oleObj name="Prism 9" r:id="rId12" imgW="1722889" imgH="2258166" progId="Prism9.Document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1E8C6068-2203-ECDA-BF64-02B2AF641D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8021164" y="4865058"/>
                        <a:ext cx="887450" cy="10455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0C58D236-184B-C18A-7057-F87760843CD3}"/>
              </a:ext>
            </a:extLst>
          </p:cNvPr>
          <p:cNvSpPr txBox="1"/>
          <p:nvPr/>
        </p:nvSpPr>
        <p:spPr>
          <a:xfrm>
            <a:off x="8514285" y="2403553"/>
            <a:ext cx="2464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F06C0C0-6FA8-8646-5154-D9483129BD11}"/>
              </a:ext>
            </a:extLst>
          </p:cNvPr>
          <p:cNvSpPr txBox="1"/>
          <p:nvPr/>
        </p:nvSpPr>
        <p:spPr>
          <a:xfrm>
            <a:off x="4386843" y="2341436"/>
            <a:ext cx="2464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138453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2B68DF570A04D46BFAD727E81FCCAE1" ma:contentTypeVersion="14" ma:contentTypeDescription="Create a new document." ma:contentTypeScope="" ma:versionID="7428bed3666fac77f8c76b11b2fb37e6">
  <xsd:schema xmlns:xsd="http://www.w3.org/2001/XMLSchema" xmlns:xs="http://www.w3.org/2001/XMLSchema" xmlns:p="http://schemas.microsoft.com/office/2006/metadata/properties" xmlns:ns3="7ba5172f-572d-4630-8d59-555d4543ed7d" xmlns:ns4="c1a6c994-6148-458e-8534-0dd973f62c39" targetNamespace="http://schemas.microsoft.com/office/2006/metadata/properties" ma:root="true" ma:fieldsID="c72f576cc157d13bad62bd6068b349e0" ns3:_="" ns4:_="">
    <xsd:import namespace="7ba5172f-572d-4630-8d59-555d4543ed7d"/>
    <xsd:import namespace="c1a6c994-6148-458e-8534-0dd973f62c39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KeyPoints" minOccurs="0"/>
                <xsd:element ref="ns4:MediaServiceKeyPoints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DateTaken" minOccurs="0"/>
                <xsd:element ref="ns4:MediaServiceOCR" minOccurs="0"/>
                <xsd:element ref="ns4:MediaLengthInSeconds" minOccurs="0"/>
                <xsd:element ref="ns4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a5172f-572d-4630-8d59-555d4543ed7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a6c994-6148-458e-8534-0dd973f62c3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BF7EF06-604A-481E-BE8A-2F0450AC88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ba5172f-572d-4630-8d59-555d4543ed7d"/>
    <ds:schemaRef ds:uri="c1a6c994-6148-458e-8534-0dd973f62c3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FD1BE0C-7202-464D-9CF6-816F0A17771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B9DD439-192B-4582-8707-A6B6808A2407}">
  <ds:schemaRefs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purl.org/dc/dcmitype/"/>
    <ds:schemaRef ds:uri="http://purl.org/dc/terms/"/>
    <ds:schemaRef ds:uri="c1a6c994-6148-458e-8534-0dd973f62c39"/>
    <ds:schemaRef ds:uri="http://schemas.microsoft.com/office/infopath/2007/PartnerControls"/>
    <ds:schemaRef ds:uri="http://schemas.openxmlformats.org/package/2006/metadata/core-properties"/>
    <ds:schemaRef ds:uri="7ba5172f-572d-4630-8d59-555d4543ed7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2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Prism 9</vt:lpstr>
      <vt:lpstr>GraphPad Prism 9 Project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McAllister, Stacy</dc:creator>
  <cp:lastModifiedBy>Stacy McAllister</cp:lastModifiedBy>
  <cp:revision>5</cp:revision>
  <dcterms:created xsi:type="dcterms:W3CDTF">2022-09-11T03:35:12Z</dcterms:created>
  <dcterms:modified xsi:type="dcterms:W3CDTF">2022-09-11T05:56:37Z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0x010100F2B68DF570A04D46BFAD727E81FCCAE1</vt:lpwstr>
  </property>
</Properties>
</file>